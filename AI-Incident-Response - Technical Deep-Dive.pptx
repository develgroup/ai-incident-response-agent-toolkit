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7A4A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5F5F1"/>
                </a:solidFill>
                <a:latin typeface="Calibri"/>
              </a:rPr>
              <a:t>AI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B56B"/>
                </a:solidFill>
                <a:latin typeface="Calibri"/>
              </a:rPr>
              <a:t>Technical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8A0AC"/>
                </a:solidFill>
                <a:latin typeface="Calibri"/>
              </a:rPr>
              <a:t>The full four-layer cycle  ·  telemetry · enrichment · reasoning ·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8A0AC"/>
                </a:solidFill>
                <a:latin typeface="Calibri"/>
              </a:rPr>
              <a:t>with Docker composition, code extracts, and end-to-end call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029200"/>
            <a:ext cx="2286000" cy="54864"/>
          </a:xfrm>
          <a:prstGeom prst="rect">
            <a:avLst/>
          </a:prstGeom>
          <a:solidFill>
            <a:srgbClr val="E0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1"/>
                </a:solidFill>
                <a:latin typeface="Calibri"/>
              </a:rPr>
              <a:t>Camilo Fernández  ·  Devel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8A0AC"/>
                </a:solidFill>
                <a:latin typeface="Calibri"/>
              </a:rPr>
              <a:t>Intelligence-Driven Cybersecurity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56B"/>
                </a:solidFill>
                <a:latin typeface="Calibri"/>
              </a:rPr>
              <a:t>www.devel.group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7A4A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The IR tool stack — four layers an AI responder needs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508760"/>
            <a:ext cx="11155680" cy="109728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45720" cy="1097280"/>
          </a:xfrm>
          <a:prstGeom prst="rect">
            <a:avLst/>
          </a:prstGeom>
          <a:solidFill>
            <a:srgbClr val="7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7A4FE0"/>
                </a:solidFill>
                <a:latin typeface="Calibri"/>
              </a:rPr>
              <a:t>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What happened — the ground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7132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1"/>
                </a:solidFill>
                <a:latin typeface="Consolas"/>
              </a:rPr>
              <a:t>CloudTrail · GuardDuty · VPC Flow · Sentinel KQL · Entra logs · Sysmon · Event Log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15768"/>
            <a:ext cx="11155680" cy="109728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15768"/>
            <a:ext cx="45720" cy="109728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52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04A6A"/>
                </a:solidFill>
                <a:latin typeface="Calibri"/>
              </a:rPr>
              <a:t>ENRICHMENT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101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Is this entity known-bad?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44368"/>
            <a:ext cx="7132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1"/>
                </a:solidFill>
                <a:latin typeface="Consolas"/>
              </a:rPr>
              <a:t>VirusTotal · AbuseIPDB · Shodan · MalwareBazaar · YARA   (5 Dockerized services)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22776"/>
            <a:ext cx="11155680" cy="109728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22776"/>
            <a:ext cx="45720" cy="1097280"/>
          </a:xfrm>
          <a:prstGeom prst="rect">
            <a:avLst/>
          </a:prstGeom>
          <a:solidFill>
            <a:srgbClr val="9B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5993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9B6BE0"/>
                </a:solidFill>
                <a:latin typeface="Calibri"/>
              </a:rPr>
              <a:t>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1713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Correlate, hypothesize, narrate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151376"/>
            <a:ext cx="7132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1"/>
                </a:solidFill>
                <a:latin typeface="Consolas"/>
              </a:rPr>
              <a:t>Claude opus-4-7 + adaptive thinking · validate-and-expand loop · MITRE ATT&amp;CK mapper · attack-graph builder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9784"/>
            <a:ext cx="11155680" cy="109728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129784"/>
            <a:ext cx="45720" cy="1097280"/>
          </a:xfrm>
          <a:prstGeom prst="rect">
            <a:avLst/>
          </a:prstGeom>
          <a:solidFill>
            <a:srgbClr val="E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6694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04A4A"/>
                </a:solidFill>
                <a:latin typeface="Calibri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2414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Contain, eradicate, recover  (staged · never executes)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358384"/>
            <a:ext cx="7132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1"/>
                </a:solidFill>
                <a:latin typeface="Consolas"/>
              </a:rPr>
              <a:t>15 runbooks · revoke-key · block-ip-waf · isolate-instance · revoke-snapshot-share · disable-spn · isolate-host · 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7A4FE0"/>
                </a:solidFill>
                <a:latin typeface="Calibri"/>
              </a:rPr>
              <a:t>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5F5F1"/>
                </a:solidFill>
                <a:latin typeface="Calibri"/>
              </a:rPr>
              <a:t>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98A0AC"/>
                </a:solidFill>
                <a:latin typeface="Calibri"/>
              </a:rPr>
              <a:t>What happened — the ground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2286000" cy="54864"/>
          </a:xfrm>
          <a:prstGeom prst="rect">
            <a:avLst/>
          </a:prstGeom>
          <a:solidFill>
            <a:srgbClr val="7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DEVEL GROUP  ·  Intelligence-Driven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A4FE0"/>
                </a:solidFill>
                <a:latin typeface="Calibri"/>
              </a:rPr>
              <a:t>TELEMETRY · ir_agent/tools/telemetry/aws_*.py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Telemetry · AWS  —  boto3 against the IR-readonly role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7A4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8A0AC"/>
                </a:solidFill>
                <a:latin typeface="Calibri"/>
              </a:rPr>
              <a:t>Five tools cover the AWS surface: CloudTrail · GuardDuty · VPC Flow · Config · IAM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772400" cy="365760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ir_agent/tools/telemetry/aws_cloudtrail.py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def lookup(attribute, value, start_time=None, end_time=None, region=None):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if in_sample_mode():                              # sample dataset shortcut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events = load_sample("aws", "cloudtrail")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filtered = [e for e in events if _matches(e, attribute, value)]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return {"events": filtered[:500], "mode": "sample"}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client = boto3.client("cloudtrail", region_name=region)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params = {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"LookupAttributes": [{"AttributeKey": attribute, "AttributeValue": value}],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"MaxResults": 50,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if start_time: params["StartTime"] = _parse_iso(start_time)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events = []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for page in client.get_paginator("lookup_events").paginate(**params):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for ev in page.get("Events", []):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events.append(_normalize_event(ev))      # → flat dict the model reads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if len(events) &gt;= 500: break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return {"events": events[:500], "mode": "live"}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77840"/>
            <a:ext cx="7772400" cy="77724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Valid CloudTrail LookupAttribute keys (enforced by tools.yaml schema)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EventName  ·  Username  ·  EventSource  ·  ResourceName  ·  ResourceType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EventId    ·  AccessKeyId    ·  ReadOnly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828800"/>
            <a:ext cx="3108960" cy="452628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0" y="1828800"/>
            <a:ext cx="45720" cy="4526280"/>
          </a:xfrm>
          <a:prstGeom prst="rect">
            <a:avLst/>
          </a:prstGeom>
          <a:solidFill>
            <a:srgbClr val="7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9202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A4FE0"/>
                </a:solidFill>
                <a:latin typeface="Calibri"/>
              </a:rPr>
              <a:t>Sister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331720"/>
            <a:ext cx="28346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aws.guardduty.findings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→ list_findings (severity gte)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aws.vpcflow.query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→ CW Logs Insights query,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  polls until Complete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aws.config.history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→ get_resource_config_history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  answers "was it always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  this permissive?"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aws.iam.get_principal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→ resolves AccessKeyId →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  user/role + policy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A4FE0"/>
                </a:solidFill>
                <a:latin typeface="Calibri"/>
              </a:rPr>
              <a:t>TELEMETRY · ir_agent/tools/telemetry/azure_*.py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Telemetry · Azure  —  Sentinel KQL + Microsoft Graph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7A4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8A0AC"/>
                </a:solidFill>
                <a:latin typeface="Calibri"/>
              </a:rPr>
              <a:t>Sign-ins live in FOUR tables — must query all of them to catch SPN / MI activity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7772400" cy="402336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Sentinel / Log Analytics — KQL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LogsQueryClient(DefaultAzureCredential()).query_workspace(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workspace_id=WS,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query="""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SigninLogs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| where TimeGenerated &gt; ago(24h)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| where ResultType == 0 and IPAddress !in (TRUSTED_EGRESS)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| project TimeGenerated, UserPrincipalName, IPAddress,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  AuthenticationDetails, MfaDetail, CorrelationId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| join kind=leftouter (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AADUserRiskEvents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| project CorrelationId=RequestId, RiskEventType, RiskLevel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) on CorrelationId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""",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timespan=timedelta(hours=24),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Entra ID — Microsoft Graph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GET https://graph.microsoft.com/v1.0/auditLogs/signIns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?$filter=createdDateTime gt 2026-05-19T00:00:00Z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and userPrincipalName eq 'alice@acme.example'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and ipAddress eq '198.51.100.7'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&amp;$top=200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1828800"/>
            <a:ext cx="3108960" cy="402336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0" y="1828800"/>
            <a:ext cx="45720" cy="4023360"/>
          </a:xfrm>
          <a:prstGeom prst="rect">
            <a:avLst/>
          </a:prstGeom>
          <a:solidFill>
            <a:srgbClr val="7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A4FE0"/>
                </a:solidFill>
                <a:latin typeface="Calibri"/>
              </a:rPr>
              <a:t>All four sign-in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331720"/>
            <a:ext cx="28346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SigninLogs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Interactive user sign-ins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AADNonInteractiveUser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Refresh / OAuth tokens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AADServicePrincipal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App / SPN auth — the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silent surface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AADManagedIdentity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System / user-assigned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MI auth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Plus AuditLogs for directory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changes (persistence detection).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B56B"/>
                </a:solidFill>
                <a:latin typeface="Consolas"/>
              </a:rPr>
              <a:t>azure.sentinel.kql  ·  azure.entra.signin_logs  ·  azure.entra.audit_logs  ·  azure.activity.query  ·  azure.graph.activity_logs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A4FE0"/>
                </a:solidFill>
                <a:latin typeface="Calibri"/>
              </a:rPr>
              <a:t>TELEMETRY · ir_agent/tools/telemetry/windows_*.py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Telemetry · Windows  —  Event Log + Sysmon + tasks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7A4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8A0AC"/>
                </a:solidFill>
                <a:latin typeface="Calibri"/>
              </a:rPr>
              <a:t>Sample-mode parses pre-collected JSON. Live mode requires explicit EDR remote-shell authorization — blocked autonomously.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7772400" cy="320040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ir_agent/tools/telemetry/windows_sysmon.py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def query(event_id=None, computer=None, image_contains=None,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target_image_contains=None, parent_image_contains=None,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command_line_contains=None, timespan_hours=24):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if in_sample_mode():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events = load_sample("windows", "sysmon")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def _matches(e):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if event_id and int(e.get("EventID", 0)) != int(event_id):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return False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d = e.get("EventData", {})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if target_image_contains \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    and target_image_contains.lower() not in d.get("TargetImage","").lower():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return False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return True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return {"events": [e for e in events if _matches(e)], "mode": "sample"}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return {"error": "live Sysmon queries require EDR remote-shell authorization",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"mode": "live-blocked"}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66360"/>
            <a:ext cx="7772400" cy="128016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// sample event: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{ "EventID": 10, "Computer": "fin-app-03.acme.local",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"EventData": {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"SourceImage": "C:\\Windows\\Temp\\update.exe",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"TargetImage": "C:\\Windows\\System32\\lsass.exe",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"GrantedAccess": "0x1010",                       // Mimikatz pattern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"CallTrace": "ntdll.dll+...|update.exe+..." } }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874519"/>
            <a:ext cx="3108960" cy="457200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0" y="1874519"/>
            <a:ext cx="45720" cy="4572000"/>
          </a:xfrm>
          <a:prstGeom prst="rect">
            <a:avLst/>
          </a:prstGeom>
          <a:solidFill>
            <a:srgbClr val="7A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9659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7A4FE0"/>
                </a:solidFill>
                <a:latin typeface="Calibri"/>
              </a:rPr>
              <a:t>Four Windows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331720"/>
            <a:ext cx="2834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windows.eventlog.query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Security / TaskScheduler /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WinRM / PowerShell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channels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windows.sysmon.query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1 ProcessCreate, 3 NetConn,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10 ProcessAccess (LSASS),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11 FileCreate, 13 RegSet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windows.scheduled_tasks.list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4698 follow-up + author /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action filter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windows.processes.snapshot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  running tree (parent chain)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7A4FE0"/>
                </a:solidFill>
                <a:latin typeface="Calibri"/>
              </a:rPr>
              <a:t>TELEMETRY  ·  the demo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Sample-mode vs live-mode  —  the universal swap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7A4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8A0AC"/>
                </a:solidFill>
                <a:latin typeface="Calibri"/>
              </a:rPr>
              <a:t>Every telemetry tool honors IR_AGENT_SAMPLE_MODE=1 to read pre-collected JSON instead of calling the live cloud SDK. The demo runs without any cloud credentials.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772400" cy="420624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# ir_agent/tools/telemetry/_sample.py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def in_sample_mode() -&gt; bool: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return os.environ.get("IR_AGENT_SAMPLE_MODE") == "1"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def load_sample(cloud: str, name: str):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path = SAMPLE_ROOT / cloud / f"{name}.json"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if not path.is_file():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    return []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return json.loads(path.read_text(encoding="utf-8"))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# Every telemetry tool starts the same way: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def lookup(...):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if in_sample_mode():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    events = load_sample("aws", "cloudtrail")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    return {"events": _filter(events, ...), "mode": "sample"}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# ... boto3 / MS Graph / Get-WinEvent path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2011680"/>
            <a:ext cx="3108960" cy="420624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0" y="2011680"/>
            <a:ext cx="45720" cy="4206240"/>
          </a:xfrm>
          <a:prstGeom prst="rect">
            <a:avLst/>
          </a:prstGeom>
          <a:solidFill>
            <a:srgbClr val="5F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031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FD47A"/>
                </a:solidFill>
                <a:latin typeface="Calibri"/>
              </a:rPr>
              <a:t>sample-telemetry/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423160"/>
            <a:ext cx="28346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aws/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cloudtrail.json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guardduty.json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vpcflow.json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iam_principals.json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config.json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azure/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signinlogs.json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auditlogs.json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activity.json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graph_activity.json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officeactivity.json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windows/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security_events.json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sysmon.json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scheduled_tasks.json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  processes.json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04A6A"/>
                </a:solidFill>
                <a:latin typeface="Calibri"/>
              </a:rPr>
              <a:t>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5F5F1"/>
                </a:solidFill>
                <a:latin typeface="Calibri"/>
              </a:rPr>
              <a:t>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98A0AC"/>
                </a:solidFill>
                <a:latin typeface="Calibri"/>
              </a:rPr>
              <a:t>Is this entity known-bad?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2286000" cy="54864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DEVEL GROUP  ·  Intelligence-Driven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4A6A"/>
                </a:solidFill>
                <a:latin typeface="Calibri"/>
              </a:rPr>
              <a:t>ENRICHMENT  ·  the only layer that's dockerized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Docker architecture — five services, one bridge network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4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828800"/>
            <a:ext cx="2194560" cy="228600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45720" cy="228600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5F1"/>
                </a:solidFill>
                <a:latin typeface="Calibri"/>
              </a:rPr>
              <a:t>VirusTotal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8A0AC"/>
                </a:solidFill>
                <a:latin typeface="Calibri"/>
              </a:rPr>
              <a:t>port 8081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56B"/>
                </a:solidFill>
                <a:latin typeface="Consolas"/>
              </a:rPr>
              <a:t>POST /lookup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hash · url · domain · 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828800"/>
            <a:ext cx="2194560" cy="228600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828800"/>
            <a:ext cx="45720" cy="228600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011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5F1"/>
                </a:solidFill>
                <a:latin typeface="Calibri"/>
              </a:rPr>
              <a:t>AbuseIPDB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4688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8A0AC"/>
                </a:solidFill>
                <a:latin typeface="Calibri"/>
              </a:rPr>
              <a:t>port 8082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7889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56B"/>
                </a:solidFill>
                <a:latin typeface="Consolas"/>
              </a:rPr>
              <a:t>POST /check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24612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ip reputation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1828800"/>
            <a:ext cx="2194560" cy="228600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828800"/>
            <a:ext cx="45720" cy="228600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0" y="2011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5F1"/>
                </a:solidFill>
                <a:latin typeface="Calibri"/>
              </a:rPr>
              <a:t>Shodan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4688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8A0AC"/>
                </a:solidFill>
                <a:latin typeface="Calibri"/>
              </a:rPr>
              <a:t>port 8083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7889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56B"/>
                </a:solidFill>
                <a:latin typeface="Consolas"/>
              </a:rPr>
              <a:t>POST /host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24612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ports + banners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1828800"/>
            <a:ext cx="2194560" cy="228600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1828800"/>
            <a:ext cx="45720" cy="228600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800" y="2011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5F1"/>
                </a:solidFill>
                <a:latin typeface="Calibri"/>
              </a:rPr>
              <a:t>MalwareBazaar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4688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8A0AC"/>
                </a:solidFill>
                <a:latin typeface="Calibri"/>
              </a:rPr>
              <a:t>port 8084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27889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56B"/>
                </a:solidFill>
                <a:latin typeface="Consolas"/>
              </a:rPr>
              <a:t>POST /query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24612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sha256 family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1828800"/>
            <a:ext cx="2194560" cy="228600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2640" y="1828800"/>
            <a:ext cx="45720" cy="228600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2011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F5F1"/>
                </a:solidFill>
                <a:latin typeface="Calibri"/>
              </a:rPr>
              <a:t>YARA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4688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8A0AC"/>
                </a:solidFill>
                <a:latin typeface="Calibri"/>
              </a:rPr>
              <a:t>port 8085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78892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B56B"/>
                </a:solidFill>
                <a:latin typeface="Consolas"/>
              </a:rPr>
              <a:t>POST /scan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29800" y="3246120"/>
            <a:ext cx="1920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local rule scan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8A0AC"/>
                </a:solidFill>
                <a:latin typeface="Calibri"/>
              </a:rPr>
              <a:t>all five containers join the  enrichment  bridge network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83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B56B"/>
                </a:solidFill>
                <a:latin typeface="Consolas"/>
              </a:rPr>
              <a:t>ir-agent  (host process)  →  HTTP  →  localhost:8081-8085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577840"/>
            <a:ext cx="9418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8A0AC"/>
                </a:solidFill>
                <a:latin typeface="Calibri"/>
              </a:rPr>
              <a:t>Key isolation, per-service rate-limit policy, swappable providers — the agent never holds a third-party API key in-process.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4A6A"/>
                </a:solidFill>
                <a:latin typeface="Calibri"/>
              </a:rPr>
              <a:t>ENRICHMENT  ·  wired in one file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docker-compose.yml + Dockerfile pattern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4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554480"/>
            <a:ext cx="5486400" cy="365760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services: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virustotal: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build: ./enrichment-agents/virustotal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environment: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  - VIRUSTOTAL_API_KEY=${VIRUSTOTAL_API_KEY}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ports: ["8081:8080"]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networks: [enrichment]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yara: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build: ./enrichment-agents/yara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volumes: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  - ./enrichment-agents/yara/rules:/app/rules:ro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ports: ["8085:8080"]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networks: [enrichment]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networks: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enrichment: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driver: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8A0AC"/>
                </a:solidFill>
                <a:latin typeface="Calibri"/>
              </a:rPr>
              <a:t>Every Dockerfile follows the same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965960"/>
            <a:ext cx="5303520" cy="201168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FROM python:3.11-slim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WORKDIR /app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COPY requirements.txt .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RUN pip install --no-cache-dir -r requirements.txt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COPY app.py .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EXPOSE 8080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CMD ["uvicorn", "app:app", "--host", "0.0.0.0", "--port", "8080"]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8A0AC"/>
                </a:solidFill>
                <a:latin typeface="Calibri"/>
              </a:rPr>
              <a:t>YARA adds libssl + libmagic + rules bind-mount: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4480560"/>
            <a:ext cx="5303520" cy="86868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RUN apt-get install -y libssl-dev libmagic1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COPY rules /app/rules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440680"/>
            <a:ext cx="45720" cy="914400"/>
          </a:xfrm>
          <a:prstGeom prst="rect">
            <a:avLst/>
          </a:prstGeom>
          <a:solidFill>
            <a:srgbClr val="5F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FD47A"/>
                </a:solidFill>
                <a:latin typeface="Calibri"/>
              </a:rPr>
              <a:t>Net effect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7044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alibri"/>
              </a:rPr>
              <a:t>Add a new enrichment provider in 4 files (Dockerfile · requirements.txt · app.py · ir_agent/tools/enrichment/&lt;name&gt;.py). Register one line in tools.yaml.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4A6A"/>
                </a:solidFill>
                <a:latin typeface="Calibri"/>
              </a:rPr>
              <a:t>ENRICHMENT  ·  every app.py looks like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FastAPI service pattern — Pydantic + httpx + /health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4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554480"/>
            <a:ext cx="11155680" cy="484632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import os, httpx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from fastapi import FastAPI, HTTPException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from pydantic import BaseModel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VT_API_KEY = os.environ.get("VIRUSTOTAL_API_KEY", "")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VT_BASE = "https://www.virustotal.com/api/v3"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app = FastAPI(title="IR enrichment · VirusTotal", version="0.1.0")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class LookupRequest(BaseModel):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indicator: str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kind: Literal["hash", "url", "domain", "ip"]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class LookupResponse(BaseModel):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indicator: str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kind: str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malicious: bool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detections: int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total_engines: int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families: list[str]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raw_attributes: dict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@app.get("/health")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def health() -&gt; dict[str, object]: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return {"status": "ok", "configured": bool(VT_API_KEY)}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@app.post("/lookup", response_model=LookupResponse)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async def lookup(req: LookupRequest) -&gt; LookupResponse: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if not VT_API_KEY: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raise HTTPException(503, "VIRUSTOTAL_API_KEY not configured")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async with httpx.AsyncClient(timeout=15.0) as client: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resp = await client.get(f"{VT_BASE}/{_path_for(req.kind, req.indicator)}",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                headers={"x-apikey": VT_API_KEY})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# ... normalize provider response → flat shape the agent reads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4A6A"/>
                </a:solidFill>
                <a:latin typeface="Calibri"/>
              </a:rPr>
              <a:t>ENRICHMENT  ·  HTTP ·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API contracts — the five enrichment endpoints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4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645920"/>
            <a:ext cx="11155680" cy="859536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45720" cy="859536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VirusTotal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onsolas"/>
              </a:rPr>
              <a:t>POST /lookup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700784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req  { "indicator": "198.51.100.7", "kind": "ip"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057400"/>
            <a:ext cx="9235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D47A"/>
                </a:solidFill>
                <a:latin typeface="Consolas"/>
              </a:rPr>
              <a:t>resp { "malicious": false, "detections": 0, "total_engines": 91, "families": [], "raw_attributes": {...} 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78608"/>
            <a:ext cx="11155680" cy="859536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78608"/>
            <a:ext cx="45720" cy="859536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70048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AbuseIPDB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6265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onsolas"/>
              </a:rPr>
              <a:t>POST /check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33472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req  { "ip": "198.51.100.7", "max_age_in_days": 90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990088"/>
            <a:ext cx="9235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D47A"/>
                </a:solidFill>
                <a:latin typeface="Consolas"/>
              </a:rPr>
              <a:t>resp { "malicious": true, "abuse_confidence_score": 96, "total_reports": 120, "country_code": "US", "is_tor": false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11296"/>
            <a:ext cx="11155680" cy="859536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511296"/>
            <a:ext cx="45720" cy="859536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602736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Shodan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9534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onsolas"/>
              </a:rPr>
              <a:t>POST /host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566160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req  { "ip": "198.51.100.7"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922776"/>
            <a:ext cx="9235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D47A"/>
                </a:solidFill>
                <a:latin typeface="Consolas"/>
              </a:rPr>
              <a:t>resp { "suspicious": true, "ports": [22, 9001], "tags": ["tor","proxy"], "org": "Tor-exit", "os": null 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43984"/>
            <a:ext cx="11155680" cy="859536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43984"/>
            <a:ext cx="45720" cy="859536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3542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MalwareBazaar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2803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onsolas"/>
              </a:rPr>
              <a:t>POST /query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4498848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req  { "sha256": "AA112233..."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855464"/>
            <a:ext cx="9235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D47A"/>
                </a:solidFill>
                <a:latin typeface="Consolas"/>
              </a:rPr>
              <a:t>resp { "malicious": true, "signature": "Cobalt Strike", "file_type": "exe", "tags": ["beacon"], "related_samples": 12 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76672"/>
            <a:ext cx="11155680" cy="859536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376672"/>
            <a:ext cx="45720" cy="859536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468112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YARA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6072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onsolas"/>
              </a:rPr>
              <a:t>POST /scan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431536"/>
            <a:ext cx="9235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onsolas"/>
              </a:rPr>
              <a:t>req  { "content_b64": "&lt;base64&gt;" }   or  { "path": "..." 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788152"/>
            <a:ext cx="9235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D47A"/>
                </a:solidFill>
                <a:latin typeface="Consolas"/>
              </a:rPr>
              <a:t>resp { "matched": true, "matches": [ { "rule": "...", "tags": [...], "meta": {...}, "strings": [...] } ]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4A6A"/>
                </a:solidFill>
                <a:latin typeface="Calibri"/>
              </a:rPr>
              <a:t>ENRICHMENT  ·  secrets stay in containers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Environment flow + YARA hot-reload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4A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B56B"/>
                </a:solidFill>
                <a:latin typeface="Consolas"/>
              </a:rPr>
              <a:t>.env → docker-compose → container env → app.py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2651760" cy="219456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45720" cy="219456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1167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.env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23159"/>
            <a:ext cx="2377440" cy="150876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VIRUSTOTAL_API_KEY=fde6...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ABUSEIPDB_API_KEY=...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SHODAN_API_KEY=...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874519"/>
            <a:ext cx="2651760" cy="219456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74519"/>
            <a:ext cx="45720" cy="219456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1167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docker-compose.yml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2423159"/>
            <a:ext cx="2377440" cy="150876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environment: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- VIRUSTOTAL_API_KEY=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${VIRUSTOTAL_API_KEY}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74519"/>
            <a:ext cx="2651760" cy="219456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74519"/>
            <a:ext cx="45720" cy="219456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7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container env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2423159"/>
            <a:ext cx="2377440" cy="150876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$ docker exec ...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env | grep VT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VIRUSTOTAL_API_KEY=fde6...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874519"/>
            <a:ext cx="2651760" cy="219456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0" y="1874519"/>
            <a:ext cx="45720" cy="2194560"/>
          </a:xfrm>
          <a:prstGeom prst="rect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011679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app.py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2423159"/>
            <a:ext cx="2377440" cy="150876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key = os.environ.get(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"VIRUSTOTAL_API_KEY", "")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if not key: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raise HTTPException(503)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66120" y="2851799"/>
            <a:ext cx="220000" cy="240000"/>
          </a:xfrm>
          <a:prstGeom prst="rightArrow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992200" y="2851799"/>
            <a:ext cx="220000" cy="240000"/>
          </a:xfrm>
          <a:prstGeom prst="rightArrow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918280" y="2851799"/>
            <a:ext cx="220000" cy="240000"/>
          </a:xfrm>
          <a:prstGeom prst="rightArrow">
            <a:avLst/>
          </a:prstGeom>
          <a:solidFill>
            <a:srgbClr val="E0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297680"/>
            <a:ext cx="11155680" cy="205740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297680"/>
            <a:ext cx="45720" cy="2057400"/>
          </a:xfrm>
          <a:prstGeom prst="rect">
            <a:avLst/>
          </a:prstGeom>
          <a:solidFill>
            <a:srgbClr val="5F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FD47A"/>
                </a:solidFill>
                <a:latin typeface="Calibri"/>
              </a:rPr>
              <a:t>YARA · hot-reload from the host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54880"/>
            <a:ext cx="10698480" cy="150876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volumes: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- ./enrichment-agents/yara/rules:/app/rules:ro    # bind-mount, read-only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Update a rule on the host, then: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$ docker compose restart yara                       # picks up the new rules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$ curl http://localhost:8085/health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{"status": "ok", "rules_loaded": true}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9B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B6BE0"/>
                </a:solidFill>
                <a:latin typeface="Calibri"/>
              </a:rPr>
              <a:t>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5F5F1"/>
                </a:solidFill>
                <a:latin typeface="Calibri"/>
              </a:rPr>
              <a:t>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98A0AC"/>
                </a:solidFill>
                <a:latin typeface="Calibri"/>
              </a:rPr>
              <a:t>Correlate, hypothesize, narrate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2286000" cy="54864"/>
          </a:xfrm>
          <a:prstGeom prst="rect">
            <a:avLst/>
          </a:prstGeom>
          <a:solidFill>
            <a:srgbClr val="9B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DEVEL GROUP  ·  Intelligence-Driven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6BE0"/>
                </a:solidFill>
                <a:latin typeface="Calibri"/>
              </a:rPr>
              <a:t>REASONING  ·  agents/ir-agent.system.md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The operating contract — five non-negotiables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9B6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8A0AC"/>
                </a:solidFill>
                <a:latin typeface="Calibri"/>
              </a:rPr>
              <a:t>Every investigation follows this contract. The model is forbidden from relaxing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155680" cy="77724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45720" cy="777240"/>
          </a:xfrm>
          <a:prstGeom prst="rect">
            <a:avLst/>
          </a:prstGeom>
          <a:solidFill>
            <a:srgbClr val="9B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56B"/>
                </a:solidFill>
                <a:latin typeface="Calibri"/>
              </a:rPr>
              <a:t>1.  Start at Point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29968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1"/>
                </a:solidFill>
                <a:latin typeface="Calibri"/>
              </a:rPr>
              <a:t>One alert, one anomaly. Never a blank page. Everything else is unknown until cited.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11155680" cy="77724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45720" cy="777240"/>
          </a:xfrm>
          <a:prstGeom prst="rect">
            <a:avLst/>
          </a:prstGeom>
          <a:solidFill>
            <a:srgbClr val="9B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56B"/>
                </a:solidFill>
                <a:latin typeface="Calibri"/>
              </a:rPr>
              <a:t>2.  Two-source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98648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1"/>
                </a:solidFill>
                <a:latin typeface="Calibri"/>
              </a:rPr>
              <a:t>No claim becomes a confirmed node until corroborated by TWO independent sources. Otherwise it stays a hypothesis.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57600"/>
            <a:ext cx="11155680" cy="77724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45720" cy="777240"/>
          </a:xfrm>
          <a:prstGeom prst="rect">
            <a:avLst/>
          </a:prstGeom>
          <a:solidFill>
            <a:srgbClr val="9B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49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56B"/>
                </a:solidFill>
                <a:latin typeface="Calibri"/>
              </a:rPr>
              <a:t>3.  Cite everything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767328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1"/>
                </a:solidFill>
                <a:latin typeface="Calibri"/>
              </a:rPr>
              <a:t>Every node and every edge references its log line, event ID, or tool response. A claim without a citation does not exist.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11155680" cy="77724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526280"/>
            <a:ext cx="45720" cy="777240"/>
          </a:xfrm>
          <a:prstGeom prst="rect">
            <a:avLst/>
          </a:prstGeom>
          <a:solidFill>
            <a:srgbClr val="9B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56B"/>
                </a:solidFill>
                <a:latin typeface="Calibri"/>
              </a:rPr>
              <a:t>4.  MITRE ATT&amp;CK-mapped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636008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1"/>
                </a:solidFill>
                <a:latin typeface="Calibri"/>
              </a:rPr>
              <a:t>Every confirmed node is tagged with a technique ID + name from config/mitre-attack-map.yaml.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94960"/>
            <a:ext cx="11155680" cy="77724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45720" cy="777240"/>
          </a:xfrm>
          <a:prstGeom prst="rect">
            <a:avLst/>
          </a:prstGeom>
          <a:solidFill>
            <a:srgbClr val="9B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56B"/>
                </a:solidFill>
                <a:latin typeface="Calibri"/>
              </a:rPr>
              <a:t>5.  Stage, never execute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504688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1"/>
                </a:solidFill>
                <a:latin typeface="Calibri"/>
              </a:rPr>
              <a:t>Humans own irreversible actions. The agent stages containment; it never runs destructive changes without out-of-band approval.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6BE0"/>
                </a:solidFill>
                <a:latin typeface="Calibri"/>
              </a:rPr>
              <a:t>REASONING  ·  ir_agent/orchestrator.py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The tool-use loop — Anthropic SDK + manual orchestration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9B6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554480"/>
            <a:ext cx="7772400" cy="493776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response = client.messages.create(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model="claude-opus-4-7",                          # latest Opus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max_tokens=16000,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system=[{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"type": "text",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"text": system_prompt,                        # ~30 KB master + specialist + tenant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"cache_control": {"type": "ephemeral"},       # ~90% cache hit after first call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}],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tools=anthropic_tools,                            # built from config/tools.yaml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thinking={"type": "adaptive"},                    # model decides depth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output_config={"effort": "high"},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messages=messages,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if response.stop_reason == "end_turn":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break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for block in response.content: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if block.type == "tool_use":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spec = tool_by_anthropic_name(specs, block.name)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result = spec.callable(**dict(block.input))   # dispatches to enrichment /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                                      # telemetry / action handler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if spec.destructive: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staged_actions.append(StagedAction(       # ← approval-gated track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tool_id=spec.id, parameters=dict(block.input), result=result,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))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tool_results.append({"type": "tool_result", "tool_use_id": block.id,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             "content": json.dumps(result, default=str)})</a:t>
            </a:r>
          </a:p>
        </p:txBody>
      </p:sp>
      <p:sp>
        <p:nvSpPr>
          <p:cNvPr id="6" name="Rectangle 5"/>
          <p:cNvSpPr/>
          <p:nvPr/>
        </p:nvSpPr>
        <p:spPr>
          <a:xfrm>
            <a:off x="8595360" y="1554480"/>
            <a:ext cx="3108960" cy="493776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95360" y="1554480"/>
            <a:ext cx="45720" cy="4937760"/>
          </a:xfrm>
          <a:prstGeom prst="rect">
            <a:avLst/>
          </a:prstGeom>
          <a:solidFill>
            <a:srgbClr val="9B6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645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Why a manual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057400"/>
            <a:ext cx="28346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The Anthropic SDK tool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runner is faster to write but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doesn't expose a hook to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intercept tool calls.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We need to split destructive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vs read-only calls — every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stage_* action is recorded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as a separate StagedAction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so the report can render an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approval gate per item.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Prompt caching trims ~90% of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token cost on multi-turn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investigations.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B6BE0"/>
                </a:solidFill>
                <a:latin typeface="Calibri"/>
              </a:rPr>
              <a:t>REASONING  ·  ir_agent/graph/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Attack-graph builder + MITRE ATT&amp;CK mapper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9B6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8A0AC"/>
                </a:solidFill>
                <a:latin typeface="Calibri"/>
              </a:rPr>
              <a:t>The tool-call trace becomes a directed graph. Each confirmed node carries an ATT&amp;CK technique looked up from the YAML map.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155680" cy="429768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config/mitre-attack-map.yaml  (excerpt)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aws: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ModifySnapshotAttribute: { id: T1537, name: "Transfer Data to Cloud Account",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             phase: exfiltration }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PutUserPolicy:           { id: T1098.003, name: "Additional Cloud Roles",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             phase: privilege-esc }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windows: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"4624":     { id: T1078,     name: "Valid Accounts",       phase: credential-use }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"1102":     { id: T1070.001, name: "Clear Event Logs",     phase: defense-evasion }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"sysmon-10":{ id: T1003.001, name: "OS Credential Dumping: LSASS Memory",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        phase: credential-access }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ir_agent/graph/builder.py — promote nodes when techniques apply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def _node_for_event(cloud, ev, attack):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event_name = ev.get("eventName") or ev.get("operationName")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if not event_name and (eid := ev.get("EventID")) is not None: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channel = (ev.get("Channel") or "").lower()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key = f"sysmon-{eid}" if "sysmon" in channel else str(eid)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attack = map_event(cloud, key)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return AttackNode(..., attack_technique=attack["id"] if attack else None)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04A4A"/>
                </a:solidFill>
                <a:latin typeface="Calibri"/>
              </a:rPr>
              <a:t>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F5F5F1"/>
                </a:solidFill>
                <a:latin typeface="Calibri"/>
              </a:rPr>
              <a:t>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98A0AC"/>
                </a:solidFill>
                <a:latin typeface="Calibri"/>
              </a:rPr>
              <a:t>Contain, eradicate, recover  (staged · never executes)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54880"/>
            <a:ext cx="2286000" cy="54864"/>
          </a:xfrm>
          <a:prstGeom prst="rect">
            <a:avLst/>
          </a:prstGeom>
          <a:solidFill>
            <a:srgbClr val="E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8A0AC"/>
                </a:solidFill>
                <a:latin typeface="Calibri"/>
              </a:rPr>
              <a:t>DEVEL GROUP  ·  Intelligence-Driven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4A4A"/>
                </a:solidFill>
                <a:latin typeface="Calibri"/>
              </a:rPr>
              <a:t>ACTION  ·  the rule that does not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Staged containment — the approval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8A0AC"/>
                </a:solidFill>
                <a:latin typeface="Calibri"/>
              </a:rPr>
              <a:t>Containment tools NEVER call boto3 / Graph / Get-WinEvent. They render a runbook YAML with parameters and return a proposed-action object.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772400" cy="429768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ir_agent/tools/action/_runbook.py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def stage(cloud, runbook, params):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path = RUNBOOK_ROOT / cloud / f"{runbook}.yaml"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raw  = path.read_text(encoding="utf-8")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rendered = Template(raw).safe_substitute({k: str(v) for k, v in params.items()})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spec = yaml.safe_load(rendered)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return {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"approval_required": True,                    # ← non-negotiable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"staged_at":  datetime.now(timezone.utc).isoformat(),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"runbook":    runbook,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"cloud":      cloud,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"phase":      spec.get("phase", "contain"),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"action":     spec.get("action"),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"command":    spec.get("command"),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"blast_radius": spec.get("blast_radius"),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"rollback":   spec.get("rollback"),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"rationale":  params.get("rationale", ""),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    "parameters": params,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Note: this function NEVER calls subprocess, boto3, or any cloud SDK.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0" y="2011680"/>
            <a:ext cx="3108960" cy="429768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95360" y="2011680"/>
            <a:ext cx="45720" cy="4297680"/>
          </a:xfrm>
          <a:prstGeom prst="rect">
            <a:avLst/>
          </a:prstGeom>
          <a:solidFill>
            <a:srgbClr val="E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1031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What this guarantees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423160"/>
            <a:ext cx="28346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Even if the LLM goes rogue: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• No process spawn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• No outbound API call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• No state change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The agent surface for the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destructive layer is only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ever a YAML renderer.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The actual execution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lives outside the agent —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in the responder's own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approval 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4A4A"/>
                </a:solidFill>
                <a:latin typeface="Calibri"/>
              </a:rPr>
              <a:t>ACTION  ·  runbooks/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The runbook library — 15 staged actions across 3 platforms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8A0AC"/>
                </a:solidFill>
                <a:latin typeface="Calibri"/>
              </a:rPr>
              <a:t>Every YAML carries: action · command · blast_radius · rollback. The agent never reads command in isolation.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3657600" cy="292608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45720" cy="2926080"/>
          </a:xfrm>
          <a:prstGeom prst="rect">
            <a:avLst/>
          </a:prstGeom>
          <a:solidFill>
            <a:srgbClr val="E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56B"/>
                </a:solidFill>
                <a:latin typeface="Calibri"/>
              </a:rPr>
              <a:t>AWS  (5)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revoke-access-key       contain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block-ip-waf            contain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375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isolate-instance        contain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rescope-role            eradicate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revoke-snapshot-share   eradicate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3657600" cy="292608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965960"/>
            <a:ext cx="45720" cy="2926080"/>
          </a:xfrm>
          <a:prstGeom prst="rect">
            <a:avLst/>
          </a:prstGeom>
          <a:solidFill>
            <a:srgbClr val="E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103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56B"/>
                </a:solidFill>
                <a:latin typeface="Calibri"/>
              </a:rPr>
              <a:t>Azure  (5)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revoke-sessions             contain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26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conditional-access-block    contain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3375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remove-app-credential       contain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749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disable-spn                 eradicate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160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revoke-storage-sas          eradicate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965960"/>
            <a:ext cx="3657600" cy="292608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965960"/>
            <a:ext cx="45720" cy="2926080"/>
          </a:xfrm>
          <a:prstGeom prst="rect">
            <a:avLst/>
          </a:prstGeom>
          <a:solidFill>
            <a:srgbClr val="E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103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B56B"/>
                </a:solidFill>
                <a:latin typeface="Calibri"/>
              </a:rPr>
              <a:t>Windows 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5146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isolate-host          contain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926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kill-process          contain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3375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disable-account       contain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49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remove-scheduled-task eradicate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1605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5F5F1"/>
                </a:solidFill>
                <a:latin typeface="Consolas"/>
              </a:rPr>
              <a:t>• stop-disable-service  eradicate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74920"/>
            <a:ext cx="11155680" cy="132588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074920"/>
            <a:ext cx="45720" cy="1325880"/>
          </a:xfrm>
          <a:prstGeom prst="rect">
            <a:avLst/>
          </a:prstGeom>
          <a:solidFill>
            <a:srgbClr val="5FD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FD47A"/>
                </a:solidFill>
                <a:latin typeface="Calibri"/>
              </a:rPr>
              <a:t>Runbook YAML — every file has the same shape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440680"/>
            <a:ext cx="10789920" cy="91440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action: |  Mark the IAM access key as Inactive…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command: |  aws iam update-access-key --access-key-id ${access_key_id} --status Inactive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blast_radius: |  All processes using this key get InvalidClientTokenId within minutes.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rollback: |  aws iam update-access-key --access-key-id ${access_key_id} --status 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4A4A"/>
                </a:solidFill>
                <a:latin typeface="Calibri"/>
              </a:rPr>
              <a:t>ACTION  ·  the contract the LLM 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tools.yaml — the single source of truth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4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8A0AC"/>
                </a:solidFill>
                <a:latin typeface="Calibri"/>
              </a:rPr>
              <a:t>Every tool entry maps directly to a Python function. Adding a tool = (1) write the function, (2) one entry 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7772400" cy="338328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- id: aws.iam.stage_disable_key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phase: action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cloud: aws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destructive: true                                   # ← triggers the approval gate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description: |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STAGE an IAM access key deactivation. Returns the boto3 command and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blast radius. Does NOT execute. Use for compromised access keys.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handler: ir_agent.tools.action.aws_stage.disable_access_key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input_schema: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type: object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properties: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  access_key_id: { type: string }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  username:      { type: string }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  rationale:     { type: string }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  required: [access_key_id, rationale]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394960"/>
            <a:ext cx="7772400" cy="109728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At investigation start: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specs = load_tools(cloud="aws", enrich=["virustotal"])    # → 11 tools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anthropic_tools = [s.to_anthropic_tool() for s in specs]  # → JSON schemas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Filters available via CLI flags: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  --cloud {aws|azure|gcp|windows}      filters by platform</a:t>
            </a:r>
          </a:p>
          <a:p>
            <a:pPr algn="l"/>
            <a:r>
              <a:rPr sz="1000">
                <a:solidFill>
                  <a:srgbClr val="CFD6DF"/>
                </a:solidFill>
                <a:latin typeface="Consolas"/>
              </a:rPr>
              <a:t>#   --enrich vt,ai,sh,mb,yara | all | none   filters enrichment subset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920240"/>
            <a:ext cx="3108960" cy="4572000"/>
          </a:xfrm>
          <a:prstGeom prst="rect">
            <a:avLst/>
          </a:prstGeom>
          <a:solidFill>
            <a:srgbClr val="14171D"/>
          </a:solidFill>
          <a:ln w="6350">
            <a:solidFill>
              <a:srgbClr val="2A2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95360" y="1920240"/>
            <a:ext cx="45720" cy="4572000"/>
          </a:xfrm>
          <a:prstGeom prst="rect">
            <a:avLst/>
          </a:prstGeom>
          <a:solidFill>
            <a:srgbClr val="E0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0116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B56B"/>
                </a:solidFill>
                <a:latin typeface="Calibri"/>
              </a:rPr>
              <a:t>25 tools registered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423160"/>
            <a:ext cx="2834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5  enrichment  (any cloud)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5  AWS telemetry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5  Azure telemetry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4  Windows telemetry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5  AWS action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5  Azure action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5  Windows action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Total surface available to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the model in a single tool-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use loop — filtered by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--cloud / --enrich at</a:t>
            </a:r>
          </a:p>
          <a:p>
            <a:pPr algn="l"/>
            <a:r>
              <a:rPr sz="1000" b="0">
                <a:solidFill>
                  <a:srgbClr val="F5F5F1"/>
                </a:solidFill>
                <a:latin typeface="Calibri"/>
              </a:rPr>
              <a:t>investigation 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7A4A"/>
                </a:solidFill>
                <a:latin typeface="Calibri"/>
              </a:rPr>
              <a:t>THE FULL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End-to-end  —  one Point A traversing the four layers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417320"/>
            <a:ext cx="11521440" cy="493776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┌──────────────────┐        Point A:  GuardDuty finding · IAM key seen from 198.51.100.7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│  Point A signal  │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└────────┬─────────┘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     │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     ▼   ① ENRICH       abuseipdb.check(198.51.100.7) → 96/100 malicious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┌─────────────────┐      shodan.host(198.51.100.7)     → tags=[tor, proxy]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│   ENRICHMENT    │      virustotal.lookup(...)        → second-source confirmation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└────────┬────────┘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        │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        ▼   ② OBSERVE   aws.cloudtrail.lookup(AccessKeyId, AKIA…)  →  5 events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┌─────────────────┐      aws.iam.get_principal(AKIA…) →  role/web-prod-ec2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│    TELEMETRY    │      aws.config.history(...)      →  policy widened 2026-05-18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└────────┬────────┘      aws.vpcflow.query(dst=198.51.100.7) → 1 egress flow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        │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        ▼   ③ REASON    validate-and-expand loop  ·  two-source confirmation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┌─────────────────┐      attack-graph: 5 nodes  ·  MITRE: T1098.003 / T1530 / T1537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│    REASONING    │      narrative: leaked-key  →  S3 read  →  privesc  →  snapshot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└────────┬────────┘                              →  ModifySnapshotAttribute (exfil)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        │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        ▼   ④ STAGE      aws.iam.stage_disable_key(AKIA…)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┌─────────────────┐       aws.network.stage_waf_block(198.51.100.7/32)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│     ACTION      │       aws.iam.stage_rescope_role(web-prod-ec2)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└────────┬────────┘       aws.ec2.stage_revoke_snapshot_share(snap-…, 999988887777)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        │                aws.ec2.stage_isolate_instance(i-…, sg-quarantine)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         ▼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┌─────────────────┐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│   report.html   │   ←  attack graph · MITRE coverage · ranked staged runbook</a:t>
            </a:r>
          </a:p>
          <a:p>
            <a:pPr algn="l"/>
            <a:r>
              <a:rPr sz="900">
                <a:solidFill>
                  <a:srgbClr val="CFD6DF"/>
                </a:solidFill>
                <a:latin typeface="Consolas"/>
              </a:rPr>
              <a:t>   └─────────────────┘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7A4A"/>
                </a:solidFill>
                <a:latin typeface="Calibri"/>
              </a:rPr>
              <a:t>GET RUNNING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5F5F1"/>
                </a:solidFill>
                <a:latin typeface="Calibri"/>
              </a:rPr>
              <a:t>Quickstart — three commands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34440"/>
            <a:ext cx="11064240" cy="0"/>
          </a:xfrm>
          <a:prstGeom prst="line">
            <a:avLst/>
          </a:prstGeom>
          <a:ln w="25400">
            <a:solidFill>
              <a:srgbClr val="E0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8A0AC"/>
                </a:solidFill>
                <a:latin typeface="Calibri"/>
              </a:rPr>
              <a:t>Clone, bring up the enrichment dockers, install the CLI, run a reconstruction.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1155680" cy="4480560"/>
          </a:xfrm>
          <a:prstGeom prst="rect">
            <a:avLst/>
          </a:prstGeom>
          <a:solidFill>
            <a:srgbClr val="0A0B0E"/>
          </a:solidFill>
          <a:ln w="6350">
            <a:solidFill>
              <a:srgbClr val="2A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$ git clone github.com/devel-group/ai-incident-response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$ cd ai-incident-response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$ cp .env.example .env      # ANTHROPIC_API_KEY + optional VT/AbuseIPDB/Shodan keys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$ docker compose up -d enrichment-agents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Container ir-enrichment-virustotal    Started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Container ir-enrichment-abuseipdb     Started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Container ir-enrichment-shodan        Started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Container ir-enrichment-malwarebazaar Started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Container ir-enrichment-yara          Started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$ pip install -e .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$ ir-agent investigate --signal alerts/aws-guardduty-cred-exfil.json --sample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validating... expanding... mapping ATT&amp;CK... (cloud=AWS · enrich=all)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iter=1 stop_reason=tool_use   cache_read=0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iter=2 stop_reason=tool_use   cache_read=5821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...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iter=8 stop_reason=end_turn   cache_read=11823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reconstruction complete · 8 iterations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Attack path reconstructed → out/report.html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Machine-readable graph →    out/report.json</a:t>
            </a:r>
          </a:p>
          <a:p>
            <a:pPr algn="l"/>
            <a:r>
              <a:rPr sz="1100">
                <a:solidFill>
                  <a:srgbClr val="CFD6DF"/>
                </a:solidFill>
                <a:latin typeface="Consolas"/>
              </a:rPr>
              <a:t>  5 containment actions staged pending human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98A0AC"/>
                </a:solidFill>
                <a:latin typeface="Calibri"/>
              </a:rPr>
              <a:t>DEVEL GROUP  ·  RED SPEARS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6019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8A0AC"/>
                </a:solidFill>
                <a:latin typeface="Calibri"/>
              </a:rPr>
              <a:t>www.devel.group  ·  Intelligence-Driven Cybersecurity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8A0AC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